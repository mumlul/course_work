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5" r:id="rId3"/>
    <p:sldId id="257" r:id="rId4"/>
    <p:sldId id="258" r:id="rId5"/>
    <p:sldId id="259" r:id="rId6"/>
    <p:sldId id="268" r:id="rId7"/>
    <p:sldId id="260" r:id="rId8"/>
    <p:sldId id="261" r:id="rId9"/>
    <p:sldId id="263" r:id="rId10"/>
    <p:sldId id="264" r:id="rId11"/>
    <p:sldId id="267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6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EF0DA7-F3BA-1FFD-C4E3-136D396DA7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6B59DDB-B727-7A29-E96E-FB1C272401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1B384B-9925-EFFC-7F04-0AA87D02F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50BA-DC44-44C5-8FD0-16B383F5C336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068C4B-7B6F-ACCC-F763-CFE2C8AD3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5C16FD-8E52-3CFA-8405-BD72D69F2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5913-2C73-44AC-AE9E-FF60959744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3551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4F05C4-D80C-9390-5A26-F25FE2295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0B440B-7804-6F54-093E-E1D386019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F50FBD-6BE8-142A-59D4-C98E8B6A4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50BA-DC44-44C5-8FD0-16B383F5C336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D3287F-D37A-ABDD-708B-5CD867CA8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13F74C-8F54-7D78-AAFE-6A6D385B5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5913-2C73-44AC-AE9E-FF60959744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842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5598DD-AE20-AA67-3B37-EEB97BEBC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F4861F-B9E1-6482-E362-620214874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4C92F1-576F-FBEF-6953-4ECBFFB97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50BA-DC44-44C5-8FD0-16B383F5C336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927B5F-FEE2-CD26-DFD9-D385AB3AC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6E27AB-847A-47DE-22D1-A7EBB8B80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5913-2C73-44AC-AE9E-FF60959744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929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16605C-5719-4FEB-08FE-16F1E27B6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AF56B8-463F-AA05-9308-D7548DE62E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1A29D30-A7FA-E140-A4A8-8A4BAE60E2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4069200-F126-4231-4C01-76BDC6268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50BA-DC44-44C5-8FD0-16B383F5C336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4583E35-3029-F7D4-D938-4C0BD10E4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DDC0463-3B69-4FF4-5096-D3BA32391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5913-2C73-44AC-AE9E-FF60959744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9837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33814B-7B80-BFD2-E687-172448A1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041C8E-8302-00B3-6CF3-2C354E256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BC05B9D-E65E-989A-6040-57DF4CFEE0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927EAC4-F377-DDD9-2F7D-F62949649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98422D6-C47A-6438-4965-4A43504BF7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DBF5A1C-60FE-1F93-273A-55F7A3668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50BA-DC44-44C5-8FD0-16B383F5C336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572DC5E-C1A7-BA4E-7DC6-3F9E33851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A742A65-0D7E-CF44-8080-0E6B47DA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5913-2C73-44AC-AE9E-FF60959744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0731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92E9DC-3A7B-75BA-DAAF-4A4C0654B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B6DBC7D-3AE3-5ED3-8D1A-1DCDFBFC8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50BA-DC44-44C5-8FD0-16B383F5C336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D466CF2-B40D-2869-197F-564C0BF42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1C37674-78D5-16F4-3209-1C33C8C53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5913-2C73-44AC-AE9E-FF60959744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7568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32E1F0C-6152-06D5-A889-E6B64E801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50BA-DC44-44C5-8FD0-16B383F5C336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FBE88C3-46DC-DFAD-03DE-C369B318C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EFB99F8-E13D-578A-1C62-441E2FA8C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5913-2C73-44AC-AE9E-FF60959744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9382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6A9078-2B74-FFD8-B5DC-8592B3019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A8DC06-6DA6-7563-7469-DFAAE0AD7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1B08DD6-6E3A-1896-16B1-15443F8EB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145CAB0-B0CC-314D-CB65-6E8CB6BFA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50BA-DC44-44C5-8FD0-16B383F5C336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52344B8-6456-E500-B12D-7DB049468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7513FFF-CA49-4083-BD4D-10F478526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5913-2C73-44AC-AE9E-FF60959744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3680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488C98-D98B-E7EA-C966-9F323D673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1436FF-CB93-6727-0569-B3DF8EC7F2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C35037-44F7-A817-A145-74136A70A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E761F0E-DBD0-4D50-D701-8E6473ABB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50BA-DC44-44C5-8FD0-16B383F5C336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5ACC6AB-F2D0-25FF-80DE-10031B32A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F55C0C-945B-66FB-B746-C9CDD0433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5913-2C73-44AC-AE9E-FF60959744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0382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BB5247-61EC-11AF-6447-09B31157D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608A284-6A6A-4EC4-B46B-1836AE91DD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D307BB-1273-32BE-0FFE-C83B6E62F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50BA-DC44-44C5-8FD0-16B383F5C336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678870-8E4E-168D-4F5D-37C01C645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321AC5-463A-7DAA-7143-3916F6467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5913-2C73-44AC-AE9E-FF60959744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906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D17874F-B705-540A-F8F3-B56CC7D033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556A7F9-4E1C-E061-8523-2EA8F784BC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F640CB-2D4F-7269-4163-D4ECA3927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50BA-DC44-44C5-8FD0-16B383F5C336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306D31-6270-C6CE-ACF6-2DFABA344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9CCE36-3F84-5C20-FBCA-E86B75AC0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5913-2C73-44AC-AE9E-FF60959744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8096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683C24-D227-D0EA-8830-45BA5E593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BF4F1C-3273-A9C7-4447-27DAC75A2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04A970-D7A6-445C-538A-FF9CBE66FC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D50BA-DC44-44C5-8FD0-16B383F5C336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337BF7-08E6-A6D5-02E3-4F357FB1C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A00E1D-B0A7-94C6-6B7D-98A0F4938A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7F5913-2C73-44AC-AE9E-FF60959744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7865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099BC8F-F677-B05C-B58C-1BFD4BBD3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Овал 7">
            <a:extLst>
              <a:ext uri="{FF2B5EF4-FFF2-40B4-BE49-F238E27FC236}">
                <a16:creationId xmlns:a16="http://schemas.microsoft.com/office/drawing/2014/main" id="{B631ED6A-C875-B719-B55C-4BB89BEC49D5}"/>
              </a:ext>
            </a:extLst>
          </p:cNvPr>
          <p:cNvSpPr/>
          <p:nvPr/>
        </p:nvSpPr>
        <p:spPr>
          <a:xfrm>
            <a:off x="8877300" y="0"/>
            <a:ext cx="2844800" cy="2844800"/>
          </a:xfrm>
          <a:prstGeom prst="ellipse">
            <a:avLst/>
          </a:prstGeom>
          <a:solidFill>
            <a:srgbClr val="2563EB">
              <a:alpha val="2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9D37A0D8-FC6F-E93A-A6C1-FE5AB16C3F68}"/>
              </a:ext>
            </a:extLst>
          </p:cNvPr>
          <p:cNvSpPr/>
          <p:nvPr/>
        </p:nvSpPr>
        <p:spPr>
          <a:xfrm>
            <a:off x="520700" y="3784600"/>
            <a:ext cx="2844800" cy="2844800"/>
          </a:xfrm>
          <a:prstGeom prst="ellipse">
            <a:avLst/>
          </a:prstGeom>
          <a:solidFill>
            <a:srgbClr val="2563EB">
              <a:alpha val="2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30C8493A-FDEA-1D7A-9EF9-3C8DA0FDDAD1}"/>
              </a:ext>
            </a:extLst>
          </p:cNvPr>
          <p:cNvSpPr/>
          <p:nvPr/>
        </p:nvSpPr>
        <p:spPr>
          <a:xfrm>
            <a:off x="762001" y="228600"/>
            <a:ext cx="1930400" cy="1930400"/>
          </a:xfrm>
          <a:prstGeom prst="ellipse">
            <a:avLst/>
          </a:prstGeom>
          <a:solidFill>
            <a:srgbClr val="2563EB">
              <a:alpha val="2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B97623C2-2184-6F95-786B-C8632724FFC0}"/>
              </a:ext>
            </a:extLst>
          </p:cNvPr>
          <p:cNvSpPr/>
          <p:nvPr/>
        </p:nvSpPr>
        <p:spPr>
          <a:xfrm>
            <a:off x="1943100" y="968345"/>
            <a:ext cx="1930400" cy="1930400"/>
          </a:xfrm>
          <a:prstGeom prst="ellipse">
            <a:avLst/>
          </a:prstGeom>
          <a:solidFill>
            <a:srgbClr val="2563EB">
              <a:alpha val="2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B5306D7C-805A-3453-02BF-393A39E5E420}"/>
              </a:ext>
            </a:extLst>
          </p:cNvPr>
          <p:cNvSpPr/>
          <p:nvPr/>
        </p:nvSpPr>
        <p:spPr>
          <a:xfrm>
            <a:off x="5558828" y="4873655"/>
            <a:ext cx="1930400" cy="1930400"/>
          </a:xfrm>
          <a:prstGeom prst="ellipse">
            <a:avLst/>
          </a:prstGeom>
          <a:solidFill>
            <a:srgbClr val="2563EB">
              <a:alpha val="2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C452F2-8EE9-E516-22A3-6DA7FCA08E4F}"/>
              </a:ext>
            </a:extLst>
          </p:cNvPr>
          <p:cNvSpPr txBox="1"/>
          <p:nvPr/>
        </p:nvSpPr>
        <p:spPr>
          <a:xfrm>
            <a:off x="1223035" y="499070"/>
            <a:ext cx="97459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</a:t>
            </a:r>
            <a:r>
              <a:rPr lang="en-US" sz="14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АВТОНОМНОЕ ПРОФЕССИОНАЛЬНОЕ ОБРАЗОВАТЕЛЬНОЕ УЧРЕЖДЕНИЕ СВЕРДЛОВСКОЙ ОБЛАСТИ "ЕКАТЕРИНБУРГСКИЙ КОЛЛЕДЖ ТРАНСПОРТНОГО СТРОИТЕЛЬСТВА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302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BD42D65-517E-3980-3F78-92C8624CAD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721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BDBF1EC-9BD8-A6EB-BCFA-1DEC9218B5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5552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CD25F5C-0D41-05E0-CCD4-038C26699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7808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F0A464E-4466-1CCA-CBDB-BCEAF0E7FF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5715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30188E6-7F5F-852A-929B-B2F6408C23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5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D968D70-6962-4FD9-23F6-3125911FA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1886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7EB1E71-03C6-918D-ADA2-FE0F7B7C5D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6343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9EDDF7F-3E61-08EB-6332-75B9F378A5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4369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C172E8C-074E-6FFD-72C3-06D4A97A93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9835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336C556-3A2C-B1C2-0F57-1000C57FB6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5941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12</Words>
  <Application>Microsoft Office PowerPoint</Application>
  <PresentationFormat>Широкоэкранный</PresentationFormat>
  <Paragraphs>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mumlul</dc:creator>
  <cp:lastModifiedBy>mumlul</cp:lastModifiedBy>
  <cp:revision>1</cp:revision>
  <dcterms:created xsi:type="dcterms:W3CDTF">2026-01-27T03:27:21Z</dcterms:created>
  <dcterms:modified xsi:type="dcterms:W3CDTF">2026-01-27T04:53:51Z</dcterms:modified>
</cp:coreProperties>
</file>